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6A6CB-20E0-0E1A-5912-B2B905B3F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7A914-8F61-0239-6934-9850B71E2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717B1-F579-E643-5585-78BD4C36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99BF-AE1A-BEF4-6BBA-CC1EB722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C60A-9299-35D7-352F-C58BF68D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2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D5C7-DF30-870B-DBAA-2A3CD894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A8D6-D88C-DF8B-4119-8BC364E0E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B1DBD-D998-40AE-0F48-981AFC74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61EFE-37E6-C118-8B8F-861CAF1C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51CB-558A-17B3-BA70-C22456B2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44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43E5-D447-80D8-5603-EDFA2842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C8BF-7936-DF24-F11E-78A1FE829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CCE1E-EC06-31A5-0B3F-B97FBF77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1899A-5AC6-0FED-18FB-6D262236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F57EA-C246-7039-62D1-73012A69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59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883C-2AFE-21CA-E477-15D9A050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ACBBD-525F-CAE5-0B46-99E07D93F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F2A5C-1064-DABF-14B4-10960ADC0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B5B56-FA96-4A67-EBF7-9EDBB838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56131-A959-BA3A-9BCB-44EDD9C8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4459A-CD51-960A-9EAA-F98ECBD9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6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BDF8-5DAA-5F35-CDC6-FF7CEB45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5C892-847D-8081-AE66-67CF656C1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ECC25-D8C6-EBCC-3AA2-81E5DECEF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BEC88F-AC86-C3BC-5CC5-8FB4D03DC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DA2C65-68C0-6351-F5F0-7278B878C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C169E-A42F-CA27-682F-69CD85C2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3A37B-78DE-2AE1-79B0-037A12EA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9F7C7-EDC6-A0D4-F69E-196BEFF2F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7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59F9-6A29-948C-963F-A288860B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5C9D4-DF63-D140-D0D8-D94EB55A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8F063-A7D1-1C7E-080C-994EB9C5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4BA9E-EBE6-FB95-3487-EFEC443C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777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E219F-F10D-3FA5-2AFB-ED8F9202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AED4FD-C9C5-3100-5354-CFFD33A9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5F1C1-6490-7156-8DEE-62B43E7BE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6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52AF-3834-CDCE-A0BC-486E5662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4ACC6-904F-20F0-8F54-018D76A46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48C92-BDBB-B12E-5879-867906577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5B3CD-31EE-EC6A-6BB9-83ABE592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37B59-1668-F5AB-2782-76BFC5F8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D8126-9CED-C4CD-7D23-36354687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1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03A3-91E0-9DE8-D412-4CDD8FE1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FCA06-E49B-1DA4-3326-51CA956FA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CC560-9F4E-F86D-B15B-5ED66379D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74BEE-1E7C-B409-FE81-33CED8AC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E6378-B160-92A9-513F-E9B1EA1F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6A250-33A0-DA7E-3820-691FEA60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29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726E-FDD0-8EB9-0FA3-41CC3ADF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DB378-0C36-8A70-2D29-74966F583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3A02-0A45-9F35-ED58-94F2AD951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24506-A332-4DDA-293D-7BF37F12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464AD-78E0-A1BB-E81D-2149D8F5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6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8955E-66D2-6B7D-9D3A-2E53E1EA7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209DC-F2A5-C4CB-6CCF-BF90E9666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D9F3-EBDC-4D50-6D3C-BE29277C8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EFEEB-0B93-8D05-5FC3-E769BEFB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2580D-60C1-A043-F678-F5C2EC20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2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356D8B-FA0C-6F7E-0FF3-D9F5253F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E9505-85B3-7481-7CD2-F36FACF5D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89A07-073D-0FF0-9193-505DBC8B6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7C342-FA7C-4547-A03B-134A168DE29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2FA56-772F-8D71-0B39-77F9BE5D2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AF707-082C-7A3F-A739-2B7AB3F83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EA3A1-9FB7-4946-BD86-200BDA5D6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8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FD27-B203-D2E8-95CB-9B6EEA24E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Analyst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82F77-3539-BA92-3E91-26DDFC5AB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ApexPlanet</a:t>
            </a:r>
            <a:r>
              <a:rPr lang="en-US" dirty="0"/>
              <a:t> Data Analytics Internship</a:t>
            </a:r>
          </a:p>
          <a:p>
            <a:endParaRPr lang="en-US" dirty="0"/>
          </a:p>
          <a:p>
            <a:r>
              <a:rPr lang="en-US" dirty="0"/>
              <a:t>Prepared by: Akula Lakshmi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88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E220F-82D0-7F2C-7700-551B11B75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3142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Internship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20C1-7264-B0EC-7CF9-2540C3819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333"/>
            <a:ext cx="10515600" cy="51186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dirty="0"/>
              <a:t>• Internship Program: </a:t>
            </a:r>
            <a:r>
              <a:rPr lang="en-IN" sz="1800" dirty="0" err="1"/>
              <a:t>ApexPlanet</a:t>
            </a:r>
            <a:r>
              <a:rPr lang="en-IN" sz="1800" dirty="0"/>
              <a:t> Data Analytics Internship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• Objective:</a:t>
            </a:r>
          </a:p>
          <a:p>
            <a:pPr marL="0" indent="0">
              <a:buNone/>
            </a:pPr>
            <a:r>
              <a:rPr lang="en-IN" sz="1800" dirty="0"/>
              <a:t>To gain hands-on experience in data analysis, visualization, dashboard development, and data storytelling.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• Duration:</a:t>
            </a:r>
          </a:p>
          <a:p>
            <a:pPr marL="0" indent="0">
              <a:buNone/>
            </a:pPr>
            <a:r>
              <a:rPr lang="en-IN" sz="1800" dirty="0"/>
              <a:t>[Enter your internship duration if known]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• Focus Areas:</a:t>
            </a:r>
          </a:p>
          <a:p>
            <a:pPr marL="0" indent="0">
              <a:buNone/>
            </a:pPr>
            <a:r>
              <a:rPr lang="en-IN" sz="1800" dirty="0"/>
              <a:t>- Data Cleaning and Preprocessing</a:t>
            </a:r>
          </a:p>
          <a:p>
            <a:pPr marL="0" indent="0">
              <a:buNone/>
            </a:pPr>
            <a:r>
              <a:rPr lang="en-IN" sz="1800" dirty="0"/>
              <a:t>- Exploratory Data Analysis (EDA)</a:t>
            </a:r>
          </a:p>
          <a:p>
            <a:pPr marL="0" indent="0">
              <a:buNone/>
            </a:pPr>
            <a:r>
              <a:rPr lang="en-IN" sz="1800" dirty="0"/>
              <a:t>- Dashboard Development</a:t>
            </a:r>
          </a:p>
          <a:p>
            <a:pPr marL="0" indent="0">
              <a:buNone/>
            </a:pPr>
            <a:r>
              <a:rPr lang="en-IN" sz="1800" dirty="0"/>
              <a:t>- Data Storytelling and Insights</a:t>
            </a:r>
          </a:p>
          <a:p>
            <a:pPr marL="0" indent="0">
              <a:buNone/>
            </a:pPr>
            <a:r>
              <a:rPr lang="en-IN" sz="1800" dirty="0"/>
              <a:t>- Professional Portfolio Development</a:t>
            </a:r>
          </a:p>
        </p:txBody>
      </p:sp>
    </p:spTree>
    <p:extLst>
      <p:ext uri="{BB962C8B-B14F-4D97-AF65-F5344CB8AC3E}">
        <p14:creationId xmlns:p14="http://schemas.microsoft.com/office/powerpoint/2010/main" val="229250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4E8B-D607-ECC6-707C-2CFFBF6F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774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/>
              <a:t>Task 1: Data Immersion and Wrangling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2F3D-A8B0-AF4A-5BFD-6719A3AAA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2868"/>
            <a:ext cx="10515600" cy="52540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Objective:</a:t>
            </a:r>
          </a:p>
          <a:p>
            <a:pPr marL="0" indent="0">
              <a:buNone/>
            </a:pPr>
            <a:r>
              <a:rPr lang="en-US" sz="2000" dirty="0"/>
              <a:t>To clean, preprocess, and prepare the dataset for analysis.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Activities Performed:</a:t>
            </a:r>
          </a:p>
          <a:p>
            <a:pPr marL="0" indent="0">
              <a:buNone/>
            </a:pPr>
            <a:r>
              <a:rPr lang="en-US" sz="2000" dirty="0"/>
              <a:t>• Loaded and explored the dataset.</a:t>
            </a:r>
          </a:p>
          <a:p>
            <a:pPr marL="0" indent="0">
              <a:buNone/>
            </a:pPr>
            <a:r>
              <a:rPr lang="en-US" sz="2000" dirty="0"/>
              <a:t>• Identified and handled missing values.</a:t>
            </a:r>
          </a:p>
          <a:p>
            <a:pPr marL="0" indent="0">
              <a:buNone/>
            </a:pPr>
            <a:r>
              <a:rPr lang="en-US" sz="2000" dirty="0"/>
              <a:t>• Removed duplicate records.</a:t>
            </a:r>
          </a:p>
          <a:p>
            <a:pPr marL="0" indent="0">
              <a:buNone/>
            </a:pPr>
            <a:r>
              <a:rPr lang="en-US" sz="2000" dirty="0"/>
              <a:t>• Checked data types and corrected inconsistencies.</a:t>
            </a:r>
          </a:p>
          <a:p>
            <a:pPr marL="0" indent="0">
              <a:buNone/>
            </a:pPr>
            <a:r>
              <a:rPr lang="en-US" sz="2000" dirty="0"/>
              <a:t>• Performed data cleaning and preprocessing.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Outcome:</a:t>
            </a:r>
          </a:p>
          <a:p>
            <a:pPr marL="0" indent="0">
              <a:buNone/>
            </a:pPr>
            <a:r>
              <a:rPr lang="en-US" sz="2000" dirty="0"/>
              <a:t>A clean and structured dataset was prepared for further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8828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82C8-92D9-9F10-EFFA-F08AB0D1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707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Task 2: Exploratory Data Analysis (EDA)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72BB9-EF33-1DD1-3879-FC5FE053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200"/>
            <a:ext cx="10515600" cy="5084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Objective:</a:t>
            </a:r>
          </a:p>
          <a:p>
            <a:pPr marL="0" indent="0">
              <a:buNone/>
            </a:pPr>
            <a:r>
              <a:rPr lang="en-US" sz="2000" dirty="0"/>
              <a:t>To analyze the dataset and uncover meaningful insights.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Activities Performed:</a:t>
            </a:r>
          </a:p>
          <a:p>
            <a:pPr marL="0" indent="0">
              <a:buNone/>
            </a:pPr>
            <a:r>
              <a:rPr lang="en-US" sz="2000" dirty="0"/>
              <a:t>• Conducted exploratory data analysis using Python.</a:t>
            </a:r>
          </a:p>
          <a:p>
            <a:pPr marL="0" indent="0">
              <a:buNone/>
            </a:pPr>
            <a:r>
              <a:rPr lang="en-US" sz="2000" dirty="0"/>
              <a:t>• Created visualizations using Matplotlib and Seaborn.</a:t>
            </a:r>
          </a:p>
          <a:p>
            <a:pPr marL="0" indent="0">
              <a:buNone/>
            </a:pPr>
            <a:r>
              <a:rPr lang="en-US" sz="2000" dirty="0"/>
              <a:t>• Analyzed trends, patterns, and relationships in the data.</a:t>
            </a:r>
          </a:p>
          <a:p>
            <a:pPr marL="0" indent="0">
              <a:buNone/>
            </a:pPr>
            <a:r>
              <a:rPr lang="en-US" sz="2000" dirty="0"/>
              <a:t>• Identified key insights from the dataset.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Outcome:</a:t>
            </a:r>
          </a:p>
          <a:p>
            <a:pPr marL="0" indent="0">
              <a:buNone/>
            </a:pPr>
            <a:r>
              <a:rPr lang="en-US" sz="2000" dirty="0"/>
              <a:t>Discovered valuable insights and trends that supported data-driven decision-making.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4166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81BB-2329-F69D-1DA1-6DDB8C12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94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Task 3: Dashboard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F621-47F0-F8CF-D2B4-B69C066F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9800"/>
            <a:ext cx="10515600" cy="5237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Objective:</a:t>
            </a:r>
          </a:p>
          <a:p>
            <a:pPr marL="0" indent="0">
              <a:buNone/>
            </a:pPr>
            <a:r>
              <a:rPr lang="en-US" sz="2000" dirty="0"/>
              <a:t>To create interactive dashboards for effective data visualization and insight generation.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Activities Performed:</a:t>
            </a:r>
          </a:p>
          <a:p>
            <a:pPr marL="0" indent="0">
              <a:buNone/>
            </a:pPr>
            <a:r>
              <a:rPr lang="en-US" sz="2000" dirty="0"/>
              <a:t>• Designed and developed interactive dashboards.</a:t>
            </a:r>
          </a:p>
          <a:p>
            <a:pPr marL="0" indent="0">
              <a:buNone/>
            </a:pPr>
            <a:r>
              <a:rPr lang="en-US" sz="2000" dirty="0"/>
              <a:t>• Created charts and visual elements to represent key metrics.</a:t>
            </a:r>
          </a:p>
          <a:p>
            <a:pPr marL="0" indent="0">
              <a:buNone/>
            </a:pPr>
            <a:r>
              <a:rPr lang="en-US" sz="2000" dirty="0"/>
              <a:t>• Presented insights in a clear and user-friendly format.</a:t>
            </a:r>
          </a:p>
          <a:p>
            <a:pPr marL="0" indent="0">
              <a:buNone/>
            </a:pPr>
            <a:r>
              <a:rPr lang="en-US" sz="2000" dirty="0"/>
              <a:t>• Enhanced data interpretation through visual storytelling.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Outcome:</a:t>
            </a:r>
          </a:p>
          <a:p>
            <a:pPr marL="0" indent="0">
              <a:buNone/>
            </a:pPr>
            <a:r>
              <a:rPr lang="en-US" sz="2000" dirty="0"/>
              <a:t>Developed dashboards that effectively communicated important business insights.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43885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0B66-A88E-C4E4-5EEA-585E9DCA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60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Task 4: Data Storytelling and Insights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0D4CD-5462-BCE2-7901-5981CA75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267"/>
            <a:ext cx="10515600" cy="51016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Objective:</a:t>
            </a:r>
          </a:p>
          <a:p>
            <a:pPr marL="0" indent="0">
              <a:buNone/>
            </a:pPr>
            <a:r>
              <a:rPr lang="en-US" sz="2400" dirty="0"/>
              <a:t>To communicate data-driven insights effectively through storytelling and visualization.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Activities Performed:</a:t>
            </a:r>
          </a:p>
          <a:p>
            <a:pPr marL="0" indent="0">
              <a:buNone/>
            </a:pPr>
            <a:r>
              <a:rPr lang="en-US" sz="2400" dirty="0"/>
              <a:t>• Analyzed the dataset to identify meaningful patterns and trends.</a:t>
            </a:r>
          </a:p>
          <a:p>
            <a:pPr marL="0" indent="0">
              <a:buNone/>
            </a:pPr>
            <a:r>
              <a:rPr lang="en-US" sz="2400" dirty="0"/>
              <a:t>• Created visualizations to support key findings.</a:t>
            </a:r>
          </a:p>
          <a:p>
            <a:pPr marL="0" indent="0">
              <a:buNone/>
            </a:pPr>
            <a:r>
              <a:rPr lang="en-US" sz="2400" dirty="0"/>
              <a:t>• Applied statistical techniques for data validation.</a:t>
            </a:r>
          </a:p>
          <a:p>
            <a:pPr marL="0" indent="0">
              <a:buNone/>
            </a:pPr>
            <a:r>
              <a:rPr lang="en-US" sz="2400" dirty="0"/>
              <a:t>• Presented insights in a clear and impactful manner.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Outcome:</a:t>
            </a:r>
          </a:p>
          <a:p>
            <a:pPr marL="0" indent="0">
              <a:buNone/>
            </a:pPr>
            <a:r>
              <a:rPr lang="en-US" sz="2400" dirty="0"/>
              <a:t>Successfully transformed raw data into actionable insights and compelling data stories.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793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43A9-A5E3-16F7-272D-7E114D3C9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6342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Technical Skills Demonstrated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B334-14FD-EE71-9093-3D103363C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468"/>
            <a:ext cx="10515600" cy="5025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• Python</a:t>
            </a:r>
          </a:p>
          <a:p>
            <a:pPr marL="0" indent="0">
              <a:buNone/>
            </a:pPr>
            <a:r>
              <a:rPr lang="en-IN" sz="2000" dirty="0"/>
              <a:t>• Pandas &amp; NumPy</a:t>
            </a:r>
          </a:p>
          <a:p>
            <a:pPr marL="0" indent="0">
              <a:buNone/>
            </a:pPr>
            <a:r>
              <a:rPr lang="en-IN" sz="2000" dirty="0"/>
              <a:t>• Matplotlib &amp; Seaborn</a:t>
            </a:r>
          </a:p>
          <a:p>
            <a:pPr marL="0" indent="0">
              <a:buNone/>
            </a:pPr>
            <a:r>
              <a:rPr lang="en-IN" sz="2000" dirty="0"/>
              <a:t>• Data Cleaning</a:t>
            </a:r>
          </a:p>
          <a:p>
            <a:pPr marL="0" indent="0">
              <a:buNone/>
            </a:pPr>
            <a:r>
              <a:rPr lang="en-IN" sz="2000" dirty="0"/>
              <a:t>• Exploratory Data Analysis (EDA)</a:t>
            </a:r>
          </a:p>
          <a:p>
            <a:pPr marL="0" indent="0">
              <a:buNone/>
            </a:pPr>
            <a:r>
              <a:rPr lang="en-IN" sz="2000" dirty="0"/>
              <a:t>• Dashboard Development</a:t>
            </a:r>
          </a:p>
          <a:p>
            <a:pPr marL="0" indent="0">
              <a:buNone/>
            </a:pPr>
            <a:r>
              <a:rPr lang="en-IN" sz="2000" dirty="0"/>
              <a:t>• Statistical Analysis</a:t>
            </a:r>
          </a:p>
          <a:p>
            <a:pPr marL="0" indent="0">
              <a:buNone/>
            </a:pPr>
            <a:r>
              <a:rPr lang="en-IN" sz="2000" dirty="0"/>
              <a:t>• Data Visualization</a:t>
            </a:r>
          </a:p>
          <a:p>
            <a:pPr marL="0" indent="0">
              <a:buNone/>
            </a:pPr>
            <a:r>
              <a:rPr lang="en-IN" sz="2000" dirty="0"/>
              <a:t>• Data Storytelling</a:t>
            </a:r>
          </a:p>
          <a:p>
            <a:pPr marL="0" indent="0">
              <a:buNone/>
            </a:pPr>
            <a:r>
              <a:rPr lang="en-IN" sz="2000" dirty="0"/>
              <a:t>•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60804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2664-2BF9-882A-E390-800E8D97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700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Key Learnings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EDF48-8D55-7A56-9BCE-E9D48215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• Gained hands-on experience in data cleaning and preprocessing.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Developed skills in exploratory data analysis and visualization.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Learned to create dashboards and communicate insights effectively.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Improved data storytelling and presentation abilities.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Strengthened GitHub documentation and portfolio-building skills.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Enhanced problem-solving and analytical thinking skills.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4407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EC5F-E260-D1D2-E9FE-D0FA8C97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8EBE-2644-3E4C-6AC4-AE93695AC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Thank you for reviewing my internship portfolio.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Prepared by:</a:t>
            </a:r>
          </a:p>
          <a:p>
            <a:pPr marL="0" indent="0">
              <a:buNone/>
            </a:pPr>
            <a:r>
              <a:rPr lang="en-US" dirty="0"/>
              <a:t>Akula Lakshmi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380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479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 Analyst Internship Portfolio</vt:lpstr>
      <vt:lpstr>Internship Overview</vt:lpstr>
      <vt:lpstr>Task 1: Data Immersion and Wrangling</vt:lpstr>
      <vt:lpstr>Task 2: Exploratory Data Analysis (EDA)</vt:lpstr>
      <vt:lpstr>Task 3: Dashboard Development</vt:lpstr>
      <vt:lpstr>Task 4: Data Storytelling and Insights</vt:lpstr>
      <vt:lpstr>Technical Skills Demonstrated</vt:lpstr>
      <vt:lpstr>Key Learnings and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Akula</dc:creator>
  <cp:lastModifiedBy>Lakshmi Akula</cp:lastModifiedBy>
  <cp:revision>1</cp:revision>
  <dcterms:created xsi:type="dcterms:W3CDTF">2026-06-25T13:11:00Z</dcterms:created>
  <dcterms:modified xsi:type="dcterms:W3CDTF">2026-06-25T13:19:28Z</dcterms:modified>
</cp:coreProperties>
</file>